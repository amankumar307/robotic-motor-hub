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0362895" cy="54864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Robotic Multi-Axis Motor Controller</a:t>
            </a:r>
            <a:br/>
            <a:r>
              <a:t>&amp; Actuator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8BDF8"/>
                </a:solidFill>
              </a:defRPr>
            </a:pPr>
            <a:r>
              <a:t>Domain 5: Robotics, Edge AI &amp; Hardware Emulation</a:t>
            </a:r>
            <a:br/>
            <a:r>
              <a:t>Linux Device Drivers | POSIX Real-Time Systems | Modern C++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029200"/>
            <a:ext cx="10362895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120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Author: Engineering Trainee  |  Project Lead: Aman Kumar  |  20-Day Advanced Systems Training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GitHub: https://github.com/Amankumar307/robotic-motor-hub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CAPSTONE PROJECT | DOMAIN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Stage 1: Project Overview &amp; Industrial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1. Industrial Motivation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Modern robotics (6-DoF arms, CNC gantries, AGVs) require microsecond-level synchronization across multiple motor axes.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Stepper and BLDC motors must track synchronized trajectories without drift or lag.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Widely applied in automated pick-and-place, CNC milling, semiconductor wafer handling, and autonomous navigation.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7171"/>
                </a:solidFill>
              </a:defRPr>
            </a:pPr>
            <a:r>
              <a:t>2. Problem Statement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Non-deterministic latency in standard user-space Linux causes trajectory tracking error and vibration.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Bridging high-level trajectory planning with low-level hardware registers lacks unified driver abstractions.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Mechanical stall, encoder disconnection, or limit switch contact requires sub-millisecond emergency stop cutoffs.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830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</a:defRPr>
            </a:pPr>
            <a:r>
              <a:t>3. Core Objectives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Build a Linux Character Device Driver (/dev/motor_hub) with MMIO registers and 1 kHz hrtimer interrupts.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Construct a deterministic 1 kHz C++ daemon scheduled under POSIX SCHED_FIFO.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Implement anti-windup discrete PID &amp; synchronized multi-axis trapezoidal trajectory planner.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Create zero-copy Shared Memory IPC and real-time safety watchdogs.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CAPSTONE PROJECT | DOMAIN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Stage 2: Project Requirements &amp; Deliverables Matrix (PRD)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Key Functional Requirements (FR)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FR-01: Multi-Axis Control: Up to 6 coordinated motion axes (X, Y, Z, Roll, Pitch, Yaw).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FR-02: Linux Character Driver: IOCTL interface for atomic register read/write and batch telemetry.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FR-03: Hardware Interrupt Simulation: 1 kHz hardware physics tick via kernel hrtimer.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FR-04: Closed-Loop Regulation: Discrete PID control with anti-windup clamping.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FR-05: Synchronized Profiling: All axes accelerate, cruise, and decelerate in lockstep.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FR-06: Dual HAL: Swappable kernel driver and high-fidelity mock emulation.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BBF24"/>
                </a:solidFill>
              </a:defRPr>
            </a:pPr>
            <a:r>
              <a:t>Non-Functional Requirements (NFR) &amp; Targets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NFR-01: Control Loop Frequency: Deterministic 1000 Hz (1.0 ms period).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NFR-02: Computation Latency: &lt;= 150 µs loop execution time budget.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NFR-03: E-Stop Latency: Emergency stop to PWM 0 in &lt;= 1.0 ms.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NFR-04: Memory Footprint: Resident memory (RSS) &lt;= 16 MB.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NFR-05: Zero Allocation in Periodic Loop: Pre-allocated buffers to prevent heap jitter.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NFR-06: High Telemetry Throughput: Zero-copy POSIX Shared Memory streaming.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CAPSTONE PROJECT | DOMAIN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Stage 3: 5-Layer Decoupled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Layer 5: User &amp; Operator Layer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Interactive Motor CLI Client (motor_cli) | Live 10 Hz Telemetry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Layer 4: Inter-Process Communication (IPC)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POSIX Shared Memory (/dev/shm/motor_hub_telemetry) | Command Queue Server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Layer 3: Real-Time Motion Control Core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1 kHz Daemon (SCHED_FIFO) | MultiAxisController | PID | TrajectoryPlanner | Watchdog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1069848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80559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BBF24"/>
                </a:solidFill>
              </a:defRPr>
            </a:pPr>
            <a:r>
              <a:t>Layer 2: Hardware Abstraction Layer (HAL)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IHardwareDevice Interface | KernelDeviceDriverHAL | MockHardwareEmulatorHAL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94959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7171"/>
                </a:solidFill>
              </a:defRPr>
            </a:pPr>
            <a:r>
              <a:t>Layer 1: Kernel Driver &amp; Hardware Emulation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motor_hub_driver.ko | Char Dev /dev/motor_hub | Sysfs /sys/class/motor_hub | MMIO Registers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CAPSTONE PROJECT | DOMAIN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Stage 3: Hardware-Software Co-Design &amp; MMIO Register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32-Bit Word-Aligned Register Map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0x00 - REG_AXIS_CTRL: Enable (b0), Reset (b1), E-Stop (b2), Home (b3).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0x04 - REG_AXIS_STATUS: Enabled, InPosition, Error, Min/Max Limits, E-Stop.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0x08 - REG_TARGET_POS: Desired quadrature encoder position (signed 32-bit).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0x0C - REG_ACTUAL_POS: Measured encoder position (signed 32-bit).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0x10 - REG_TARGET_VEL: Desired velocity in ticks/sec.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0x14 - REG_ACTUAL_VEL: Measured velocity in ticks/sec.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0x18 - REG_PWM_OUTPUT: Applied motor effort (-1000 to +1000).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0x1C-0x24 - REG_KP/KI/KD: Closed-loop gain registers (fixed-point Q16.16).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</a:defRPr>
            </a:pPr>
            <a:r>
              <a:t>Actuator State Machine Specifications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UNINITIALIZED: Initial boot state prior to self-test.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IDLE: Axis initialized, drive energized, ready for commands.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HOMING: Seeking hardware reference limit switch and zeroing tick counts.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POSITIONING: Executing synchronized trajectory waypoints.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JOGGING: Manual open-loop or velocity-controlled motion.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ERROR: Tracking error stall or overtemperature tripped.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EMERGENCY_STOP: Immediate hardware PWM cutoff latched.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CAPSTONE PROJECT | DOMAIN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Stage 4: Linux Kernel Character Device Driver (/dev/motor_hub)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Driver Core &amp; VFS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Dynamic character device registration using alloc_chrdev_region() and cdev_add().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Provides /dev/motor_hub node with custom file_operations.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Integrates sysfs device nodes under /sys/class/motor_hub_class/.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Allows shell-level status inspection and emergency stop override.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BBF24"/>
                </a:solidFill>
              </a:defRPr>
            </a:pPr>
            <a:r>
              <a:t>IOCTL Subsystem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IOCTL_MOTOR_READ_REG / WRITE_REG: Direct MMIO register access.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IOCTL_MOTOR_SET_CMD: High-speed target position &amp; PWM command dispatch.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IOCTL_MOTOR_GET_STATUS: Queries telemetry per axis.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IOCTL_MOTOR_READ_ALL: Zero-copy batch snapshot across all 6 axes.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IOCTL_MOTOR_TRIGGER_ESTOP: Kernel-level emergency stop latch.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830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</a:defRPr>
            </a:pPr>
            <a:r>
              <a:t>Concurrency &amp; Timers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High-Resolution Timer (hrtimer): 1 kHz hardware physics clock.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Physics updates: Converts PWM duty cycle to velocity and encoder tick updates.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Thread-safe MMIO access protected by spin_lock_irqsave() in timer context.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Process-level mutex for file open/release concurrency.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CAPSTONE PROJECT | DOMAIN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Stage 5: Deterministic C++ Motion Algorithms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Discrete PID with Anti-Windup Clamping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Proportional: Instantaneous reaction to position error e[k].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Integral with Anti-Windup: Prevents integrator saturation when PWM saturates at +/- 1000.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Filtered Derivative: Discrete low-pass filter (alpha = 0.7) eliminates high-frequency encoder quantization chatter.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Deadband Handling: Zeroes hunting jitter when within +/- 5 ticks of setpoint.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</a:defRPr>
            </a:pPr>
            <a:r>
              <a:t>Multi-Axis Synchronized Trajectory Planner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Trapezoidal Velocity Profiling: Computes acceleration, constant velocity cruise, and deceleration phases.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Triangular Profile Adaptation: Handles short moves where max velocity cannot be attained.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Multi-Axis Synchronization: Computes duration T_max across all axes, then scales velocities and accelerations so all axes arrive simultaneously.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CAPSTONE PROJECT | DOMAIN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Stage 5: High-Speed IPC &amp; Real-Time Safety Watchdog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POSIX Shared Memory Telemetry Buffer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Zero-Copy Architecture: Uses shm_open() and mmap() on /dev/shm/motor_hub_telemetry.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Low Latency: Telemetry packet read in &lt; 2.1 µs.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Memory-Aligned Packets: Cache-aligned (alignas(64)) to prevent false sharing between CPU cores.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Asynchronous Command Queue: Dedicated channel for operator move/home/estop commands.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7171"/>
                </a:solidFill>
              </a:defRPr>
            </a:pPr>
            <a:r>
              <a:t>Failsafe Watchdog Supervision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Heartbeat Timeout: Monitors periodic loop deadlines; missing 150 ms deadline triggers instant E-Stop.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Tracking Error Threshold: Detects stalls or encoder disconnects if |target - actual| &gt; 35,000 ticks.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Thermal Trip: Protects actuators if temperature exceeds 80°C.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Instant E-Stop: PWM dropped to 0 in &lt; 0.05 ms upon trip.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CAPSTONE PROJECT | DOMAIN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Stage 5 &amp; 6: Verification &amp; Performance Benchmarks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</a:defRPr>
            </a:pPr>
            <a:r>
              <a:t>Pick-and-Place Trajectory Simulation Results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4-Waypoint Sequence: Approach -&gt; Lower End-Effector -&gt; Grip &amp; Lift -&gt; Traverse to Place.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Total Simulated Time: 4.202 seconds (4,201 discrete 1 ms cycles).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Simulation Speedup: 186.0x real-time execution in automated verification.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Steady-State Accuracy: Settled within deadband (Axis X: 0.16 ticks, Axis Y: 4.77 ticks).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Safety Cutoff: E-Stop PWM dropped to 0 instantly on simulated fault.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BBF24"/>
                </a:solidFill>
              </a:defRPr>
            </a:pPr>
            <a:r>
              <a:t>System Performance Metrics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Periodic Loop Rate: 1000 Hz (1.0 ms deterministic period).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Loop Computation Time: 24 µs / cycle (6.25x headroom under 150 µs budget).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E-Stop Reaction Time: &lt; 0.05 ms to zero PWM output.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Shared Memory Latency: &lt; 2.1 µs zero-copy transfer.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Memory Footprint (RSS): 4.8 MB (70% below 16 MB limit).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Automated Test Coverage: 100% Pass across all unit and integration tests.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CAPSTONE PROJECT | DOMAIN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Stage 6: Demonstration &amp; Operator CLI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Interactive Operator CLI (motor_cli)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status: Displays live ASCII telemetry table (Positions, Velocities, PWM, Temperatures).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move &lt;axis&gt; &lt;ticks&gt;: Commands single axis movement.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sync &lt;x&gt; &lt;y&gt; &lt;z&gt;: Executes synchronized 3-axis Cartesian movement.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home &lt;axis&gt;: Homing routine with limit-switch zeroing.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monitor: Auto-refreshing 10 Hz live dashboard.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estop / clear: Instant emergency stop and fault reset.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</a:defRPr>
            </a:pPr>
            <a:r>
              <a:t>Deployment Flexibility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Native Linux / WSL2: Loads motor_hub_driver.ko kernel module with real character device /dev/motor_hub.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Mock Emulation Mode: Runs daemon on any machine with --emulation flag without root permissions.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Automated Cross-Platform Simulation: Runs scripts/simulate_and_verify.py on Python 3 anywhere.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Pre-Configured VS Code: Full IntelliSense and one-click build tasks (Ctrl+Shift+B).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CAPSTONE PROJECT | DOMAIN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Stage 6: Achievements, Limitations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</a:defRPr>
            </a:pPr>
            <a:r>
              <a:t>Key Achievements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Executed full 6-stage engineering lifecycle from PRD to final delivery.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Demonstrated Linux kernel driver, real-time POSIX programming, and C++ OOP.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Sub-millisecond determinism (24 µs loop latency).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Complete Git version history tracking each milestone on GitHub.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BBF24"/>
                </a:solidFill>
              </a:defRPr>
            </a:pPr>
            <a:r>
              <a:t>Technical Limitations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Physical Silicon Dependency: Hardware tests performed via high-fidelity register emulation.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Trajectory Dynamics: Uses trapezoidal velocity profiling rather than 7-phase jerk-limited S-curve.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Fieldbus Isolation: Direct MMIO driver rather than industrial fieldbus.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830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Future Roadmap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EtherCAT / CANopen HAL: Integrate SOEM stack for distributed servo amplifiers.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ROS 2 Integration: Build a ros2_control hardware interface plugin.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Hardware Acceleration: Offload PID and register maps to a RISC-V FPGA coprocessor.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0362895" cy="54864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Thank You!</a:t>
            </a:r>
          </a:p>
          <a:p>
            <a:pPr>
              <a:defRPr sz="2200">
                <a:solidFill>
                  <a:srgbClr val="38BDF8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10362895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297680"/>
            <a:ext cx="97840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Robotic Multi-Axis Motor Controller &amp; Actuator Hub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• Repository: https://github.com/Amankumar307/robotic-motor-hub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Deliverables: Linux Kernel Driver | 1 kHz RT Daemon | Dual HAL | Full 6-Stage Reports | 100% Tests Passed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